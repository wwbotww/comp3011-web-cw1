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30"/>
  </p:normalViewPr>
  <p:slideViewPr>
    <p:cSldViewPr snapToGrid="0">
      <p:cViewPr varScale="1">
        <p:scale>
          <a:sx n="96" d="100"/>
          <a:sy n="9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8CD47-EE0E-C5FB-48F6-F3B3211CF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70FEE1-930B-4E28-FF4E-FE6C2D0893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6DE0B-8455-E79A-7CAF-CBD485796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E54DDA-9F43-5262-34BB-53731D679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6277E-A01C-1BF7-B17B-E4239A12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1149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1DF91-69F9-CC0D-FBC5-43E5B92A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083159-7DE1-56AE-6798-0E64A8168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79951A-CCF1-7F0C-68D1-E02C3449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EF90E7-4E51-1D8C-9976-083473A6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620943-96CE-0AF1-3C5B-F3CAB3F7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9134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512D3-8DD2-DBFA-55AF-13B98075B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B51B9D-CC09-CD0D-3A1C-B104F5035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994B0-6DE8-1A77-2061-52412EFD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7BED2-8B1C-EFD1-C404-8D04444A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9E26E-5EDB-EE3E-CE57-E3D95E601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2514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633E5-5342-B96E-3218-069B5772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0F8330-E726-0B5F-DFF1-D3DDFE1BD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FEE8E8-3328-C2B5-00FB-F73B9A4E6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906AF1-CBBF-EAF2-208F-23565EF3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1B361B-52A6-9986-E6B9-F3DB3B72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C39E5-A490-2100-18AB-81E91C45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354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154AF6-5872-D9A4-D0B7-F9E8391C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DA7766-C24B-BAF8-A570-423C63EB0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B88076-E936-7AF4-7C2E-87492B835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75BA91-0D6A-75B9-1538-D82EF8C927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18370A-F828-2653-4394-3CCE25F38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019959-827B-2E81-C805-873BC31F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410A0A-E553-C0A0-6BAA-B9098C3C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8CA851-38A7-297B-8390-78B2B7B0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935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A9D9A-831C-5E17-8FBB-A6C952372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EDCA9F-EFD8-6A23-0648-B722136CE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D2FC09-2652-334E-8F84-9220D404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EA0AE4-5949-31CD-2226-59662CEF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025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54182F-14A6-F0E9-2E19-34DF862F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41059D-CDAB-AB15-21E1-0320DB61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8D57E4-279A-9604-1B56-3EFE34CF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72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3F45B-BBDF-CA55-157E-9941FF06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76AF29-0DCB-0FF2-AA3C-E255876E1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5343E3-B6E7-2D42-5F59-0DE95A208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FF7943-C6AE-738E-7DA3-1D4ADDE6F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9BC411-2107-3B02-78B0-7F07DBBB4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FE67FE-3F38-DB14-B4B8-E78AE7E1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3219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F948E-2CDF-A566-D63B-5A2631E66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75C5F6-9E12-45E9-20A6-0C39E9FEF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E64ADC-2AC1-37F4-94FA-99DF6F1DB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8A1255-7440-1F10-8705-8DC0A3ED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608544-1D85-A847-41A8-20F4EB9D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36BE4C-9942-C5D4-4212-92E63F46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990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BFC0D7-94B9-2357-8482-7050DFA81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038E26-2BFF-23C0-F424-808A0F17B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8D975B-AD20-FA98-597D-B34AB917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6B7E04-2D21-B6B3-B69A-51B067A3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1C8525-57E3-4428-0DA5-5C5DF390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336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303C9A-1B6B-1184-ADEA-968360E52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34C3DB-F71D-9490-F962-B2A970164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C747DA-FF1B-18B0-237D-ECD36F7C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82228B-021D-911A-E7B1-8F4C001D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5E1A0-6218-2960-3D62-18EAC35D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973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6E4C09-9E7F-9287-7032-341B6A9EB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881A8-3B98-2392-0C5B-44B12E5CE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D130A-E623-69FA-79DD-E414C46DA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35191-9F91-DF49-918C-E1BD02DDB2C7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E2D99E-EAF1-C716-CCED-AF63FD544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D4FDE-7D14-F2E3-EC7C-F47344360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E375F-EC76-2343-8D27-E7AF2D8DD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593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70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98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7870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35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41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506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98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Macintosh PowerPoint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绍晖 杨</dc:creator>
  <cp:lastModifiedBy>绍晖 杨</cp:lastModifiedBy>
  <cp:revision>3</cp:revision>
  <dcterms:created xsi:type="dcterms:W3CDTF">2026-03-13T17:06:15Z</dcterms:created>
  <dcterms:modified xsi:type="dcterms:W3CDTF">2026-03-13T17:34:36Z</dcterms:modified>
</cp:coreProperties>
</file>